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8" r:id="rId2"/>
    <p:sldId id="269" r:id="rId3"/>
    <p:sldId id="270" r:id="rId4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8EB"/>
    <a:srgbClr val="FFF6EA"/>
    <a:srgbClr val="FDFFEA"/>
    <a:srgbClr val="FFFBE5"/>
    <a:srgbClr val="FFF5C2"/>
    <a:srgbClr val="FFD579"/>
    <a:srgbClr val="FF9300"/>
    <a:srgbClr val="000000"/>
    <a:srgbClr val="F2CFEE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64"/>
    <p:restoredTop sz="94638"/>
  </p:normalViewPr>
  <p:slideViewPr>
    <p:cSldViewPr snapToGrid="0">
      <p:cViewPr>
        <p:scale>
          <a:sx n="116" d="100"/>
          <a:sy n="116" d="100"/>
        </p:scale>
        <p:origin x="1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AE303-F9CB-9142-AAB7-CCF1AF603DB2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8E2CB-7AA6-8248-8431-4B5DDE080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357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3C523-ED14-7F0F-CA26-5BE3435D88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7C9319-F2F5-A57C-C5FF-5B3DBBDFB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ADF99-A8E1-90C1-A26A-D0B4DD93F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F235C-44E3-E040-A43B-30700F733CE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D39A6-04E1-C286-1566-FACADA48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2235F-30ED-FA2F-F451-1950A2D12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75EB-6E2D-634D-98B4-DCD71289F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19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CFB0-7A67-CFEB-F509-3E366E50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86029-2268-2FAE-A4EA-858BC9CBF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07451-47FC-A6A9-A704-47D04C982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F235C-44E3-E040-A43B-30700F733CE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85B85-B03E-ABF5-540B-CC6CE917E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6386B-ED36-74C1-CA01-D009CA8EB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75EB-6E2D-634D-98B4-DCD71289F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1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9F509-7201-A62C-F521-9F9E2175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D4811-DBF2-EBB7-5CD8-BEB5C52D5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AD2F0-F7C1-0733-FFA5-B9EB58D80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F235C-44E3-E040-A43B-30700F733CE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05471-1A72-28B3-62A1-AF21DC7F2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F0A51-AD7E-D9C3-64E5-27B0E452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75EB-6E2D-634D-98B4-DCD71289F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28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EEC5E-8D6B-5CFD-0325-BFAF020C1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057FB-6F4D-A0C5-A2B3-091835799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686A3C-36CB-A5C4-DE3B-65C87BE1B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4F928-C043-A13C-9AA4-129D1318D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F235C-44E3-E040-A43B-30700F733CE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3D15C-4A1A-D3A1-9FEB-D2194C445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FED61-65DB-5801-EA58-60BE0B39B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75EB-6E2D-634D-98B4-DCD71289F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847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7BF6A-DA5B-CEB9-6129-A744ECA40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99F59-A4FD-4BF7-638C-481CCF089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70541-B801-A327-7019-841E22364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70AF2D-9C1E-872A-D9D3-3A6B50C16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059FB6-7DE7-F268-E631-48D1E3389D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15B48F-A5B0-9B7D-901F-8C542E9EB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F235C-44E3-E040-A43B-30700F733CE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9193EC-DF8E-C712-0FE1-E6449E62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CC848-2D7B-CFF0-EE4D-50DF467A4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75EB-6E2D-634D-98B4-DCD71289F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67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FF7CA-DA17-36E2-B546-A188DB1AF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8E33E7-9A0E-6993-666C-878CF58FD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F235C-44E3-E040-A43B-30700F733CE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FDBA33-9F98-0421-A635-7ED85803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93157-FE8F-28A4-F7BE-2A3D7B38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75EB-6E2D-634D-98B4-DCD71289F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A7E952-2277-EA94-876F-78A2A4737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F235C-44E3-E040-A43B-30700F733CE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5B80C7-5292-D869-AA88-07D6A947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72A61-3356-B455-AF47-CC62CB6B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75EB-6E2D-634D-98B4-DCD71289F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39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2E045-5CCA-1943-28E7-6A23D63A6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100EB-FDDE-0900-426F-AEFBC634B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969776-D52E-86CD-3390-96A9E0169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B68D5-1AC4-BE37-D60E-DB395F0F3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F235C-44E3-E040-A43B-30700F733CE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C4EC6-3490-AE7C-761B-C4AD14190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5EB84-DD2D-5F7D-854D-C41179E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75EB-6E2D-634D-98B4-DCD71289F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3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5E08D-5E84-FD95-8980-7279CEFF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C6BB4B-5CD1-FE0C-90C5-DE02DC12B8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0A086-00CE-CDA2-C60B-E594BF299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29932-64B2-BBAB-0940-3A3DB977A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F235C-44E3-E040-A43B-30700F733CE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AC2CF-C32A-D2CD-99F0-856ECD7EA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18326-3345-A6BE-5199-58DD74C7D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75EB-6E2D-634D-98B4-DCD71289F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64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D9B94-EE02-BED3-B235-2F650724F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1DAD0-D720-4290-B9F7-DF16C3662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8FFFE-1772-0638-6E1F-481AA72E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F235C-44E3-E040-A43B-30700F733CE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E4736-2F02-A697-7464-9CEDE87D5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F416-D800-8B8B-4BDF-AD76489B4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75EB-6E2D-634D-98B4-DCD71289F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53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AC4F98-F520-FCDA-357F-A45338E384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E9FE3-671A-F920-14D4-0BED65900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06B5F-9CBA-42B7-F9FA-86F06F92F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F235C-44E3-E040-A43B-30700F733CE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D7427-287F-C751-B196-5EEB18E4E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6FA9B-BF7E-14D3-CC78-E4616A71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75EB-6E2D-634D-98B4-DCD71289F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10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14AF98-F626-B609-3ABA-075472842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BDC35-AD6F-A18C-A8AB-361A0DEC1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9D213-058A-E3DE-C925-0CE3D5B7B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F235C-44E3-E040-A43B-30700F733CE9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22499-2816-2139-579D-AE3E9593AD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8E162-2806-ACEA-473E-9291FE6D8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175EB-6E2D-634D-98B4-DCD71289F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790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66C6B9-11A8-334E-A607-48466CBD59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2" t="3952" r="2032"/>
          <a:stretch>
            <a:fillRect/>
          </a:stretch>
        </p:blipFill>
        <p:spPr>
          <a:xfrm>
            <a:off x="3262488" y="135466"/>
            <a:ext cx="5667023" cy="658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247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F1A03A2C-9895-23F6-0295-6D596A32C6A6}"/>
              </a:ext>
            </a:extLst>
          </p:cNvPr>
          <p:cNvGrpSpPr/>
          <p:nvPr/>
        </p:nvGrpSpPr>
        <p:grpSpPr>
          <a:xfrm>
            <a:off x="245532" y="135209"/>
            <a:ext cx="11372678" cy="6197858"/>
            <a:chOff x="245532" y="135209"/>
            <a:chExt cx="11372678" cy="619785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3CF5C63-C643-091E-45C7-E41C69BEB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5532" y="135209"/>
              <a:ext cx="11362739" cy="619785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4C07CFA-ADEB-0F2D-BBF1-A92B019F7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6314" b="82882"/>
            <a:stretch>
              <a:fillRect/>
            </a:stretch>
          </p:blipFill>
          <p:spPr>
            <a:xfrm>
              <a:off x="1766095" y="4849721"/>
              <a:ext cx="769452" cy="52498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C775B30-4A45-20EB-9030-37C6F4C03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6314" b="82882"/>
            <a:stretch>
              <a:fillRect/>
            </a:stretch>
          </p:blipFill>
          <p:spPr>
            <a:xfrm rot="5400000">
              <a:off x="1918495" y="5002121"/>
              <a:ext cx="769452" cy="52498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291C699-D2C4-D3B0-5C4A-83AFA0D7F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6314" b="82882"/>
            <a:stretch>
              <a:fillRect/>
            </a:stretch>
          </p:blipFill>
          <p:spPr>
            <a:xfrm rot="5400000">
              <a:off x="1837431" y="4684626"/>
              <a:ext cx="769452" cy="52498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877F253-2A8B-C747-23D5-02EF6DE25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6314" b="82882"/>
            <a:stretch>
              <a:fillRect/>
            </a:stretch>
          </p:blipFill>
          <p:spPr>
            <a:xfrm rot="5400000">
              <a:off x="3520146" y="4697597"/>
              <a:ext cx="769452" cy="52498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E67C08E-1EC8-2FB4-692B-F381E3DEA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6314" b="82882"/>
            <a:stretch>
              <a:fillRect/>
            </a:stretch>
          </p:blipFill>
          <p:spPr>
            <a:xfrm rot="5400000">
              <a:off x="3482266" y="4751244"/>
              <a:ext cx="769454" cy="82570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BC2FB53-52C1-3226-B2E9-116A0152C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6314" b="82882"/>
            <a:stretch>
              <a:fillRect/>
            </a:stretch>
          </p:blipFill>
          <p:spPr>
            <a:xfrm rot="5400000">
              <a:off x="2631824" y="2014819"/>
              <a:ext cx="719203" cy="96949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447B62A-1DFC-98F0-9004-34BA12054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6314" b="82882"/>
            <a:stretch>
              <a:fillRect/>
            </a:stretch>
          </p:blipFill>
          <p:spPr>
            <a:xfrm rot="6185035">
              <a:off x="7639910" y="4696532"/>
              <a:ext cx="769452" cy="65553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6341103-0104-7986-768B-CADF619B4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6314" b="82882"/>
            <a:stretch>
              <a:fillRect/>
            </a:stretch>
          </p:blipFill>
          <p:spPr>
            <a:xfrm rot="5400000">
              <a:off x="9472636" y="4697597"/>
              <a:ext cx="769452" cy="52498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F522F1B-7DBB-E23B-47A2-941826F08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6314" b="82882"/>
            <a:stretch>
              <a:fillRect/>
            </a:stretch>
          </p:blipFill>
          <p:spPr>
            <a:xfrm rot="5400000">
              <a:off x="9434756" y="4751244"/>
              <a:ext cx="769454" cy="82570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552C28A-009A-795D-F165-A3307CDB6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6314" b="82882"/>
            <a:stretch>
              <a:fillRect/>
            </a:stretch>
          </p:blipFill>
          <p:spPr>
            <a:xfrm rot="5400000">
              <a:off x="8584314" y="2014819"/>
              <a:ext cx="719203" cy="96949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4BE98D0-E743-35CC-06EA-F13F1D151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6314" b="82882"/>
            <a:stretch>
              <a:fillRect/>
            </a:stretch>
          </p:blipFill>
          <p:spPr>
            <a:xfrm rot="5400000">
              <a:off x="7721726" y="4632320"/>
              <a:ext cx="769452" cy="655539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712BDF7-1721-94FB-831F-37CE67384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6314" b="82882"/>
            <a:stretch>
              <a:fillRect/>
            </a:stretch>
          </p:blipFill>
          <p:spPr>
            <a:xfrm rot="5400000">
              <a:off x="3654556" y="1134600"/>
              <a:ext cx="318667" cy="96949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2FBE79D-E521-1F34-FB87-BCDB51205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1492" t="51580" r="77161" b="45691"/>
            <a:stretch>
              <a:fillRect/>
            </a:stretch>
          </p:blipFill>
          <p:spPr>
            <a:xfrm>
              <a:off x="1806593" y="3344407"/>
              <a:ext cx="153071" cy="169185"/>
            </a:xfrm>
            <a:prstGeom prst="ellipse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0D46CB8-686B-B687-047E-5DE2D279E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1492" t="51580" r="77161" b="45691"/>
            <a:stretch>
              <a:fillRect/>
            </a:stretch>
          </p:blipFill>
          <p:spPr>
            <a:xfrm>
              <a:off x="4203310" y="3880061"/>
              <a:ext cx="153071" cy="169185"/>
            </a:xfrm>
            <a:prstGeom prst="ellipse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FBE2489-A276-879E-C0A9-2845B45C6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1492" t="51580" r="77161" b="45691"/>
            <a:stretch>
              <a:fillRect/>
            </a:stretch>
          </p:blipFill>
          <p:spPr>
            <a:xfrm>
              <a:off x="3602005" y="3849064"/>
              <a:ext cx="153071" cy="169185"/>
            </a:xfrm>
            <a:prstGeom prst="ellipse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C883126C-DF7C-AC4E-A262-50FEF9EB8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1492" t="51580" r="77161" b="45691"/>
            <a:stretch>
              <a:fillRect/>
            </a:stretch>
          </p:blipFill>
          <p:spPr>
            <a:xfrm>
              <a:off x="3602005" y="3361484"/>
              <a:ext cx="153071" cy="169185"/>
            </a:xfrm>
            <a:prstGeom prst="ellipse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F974E9E-482D-83D4-D583-EB21BDF5B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1492" t="51580" r="77161" b="45691"/>
            <a:stretch>
              <a:fillRect/>
            </a:stretch>
          </p:blipFill>
          <p:spPr>
            <a:xfrm>
              <a:off x="3958773" y="3361484"/>
              <a:ext cx="153071" cy="169185"/>
            </a:xfrm>
            <a:prstGeom prst="ellipse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5620E3E-E5DB-C3BB-6094-35553D0FD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1492" t="51580" r="77161" b="45691"/>
            <a:stretch>
              <a:fillRect/>
            </a:stretch>
          </p:blipFill>
          <p:spPr>
            <a:xfrm>
              <a:off x="7721601" y="3360148"/>
              <a:ext cx="153071" cy="169185"/>
            </a:xfrm>
            <a:prstGeom prst="ellipse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F8DC7EE-8DF5-32CF-8335-67D272FEE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1492" t="51580" r="77161" b="45691"/>
            <a:stretch>
              <a:fillRect/>
            </a:stretch>
          </p:blipFill>
          <p:spPr>
            <a:xfrm>
              <a:off x="9518333" y="3360148"/>
              <a:ext cx="153071" cy="169185"/>
            </a:xfrm>
            <a:prstGeom prst="ellipse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A664259-37B1-D797-3C30-98AC51010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1492" t="51580" r="77161" b="45691"/>
            <a:stretch>
              <a:fillRect/>
            </a:stretch>
          </p:blipFill>
          <p:spPr>
            <a:xfrm>
              <a:off x="9555958" y="3867184"/>
              <a:ext cx="153071" cy="169185"/>
            </a:xfrm>
            <a:prstGeom prst="ellipse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0B71C535-0225-D8B7-0B31-86B50ADF6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1492" t="51580" r="77161" b="45691"/>
            <a:stretch>
              <a:fillRect/>
            </a:stretch>
          </p:blipFill>
          <p:spPr>
            <a:xfrm>
              <a:off x="10119855" y="3890514"/>
              <a:ext cx="153071" cy="169185"/>
            </a:xfrm>
            <a:prstGeom prst="ellipse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41DA12C-FA7A-11C2-F2E7-2F7E8FA90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6314" b="82882"/>
            <a:stretch>
              <a:fillRect/>
            </a:stretch>
          </p:blipFill>
          <p:spPr>
            <a:xfrm rot="5400000">
              <a:off x="129383" y="1928627"/>
              <a:ext cx="1405617" cy="95903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2C52545-8121-0723-EF40-E62325DA8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6314" b="82882"/>
            <a:stretch>
              <a:fillRect/>
            </a:stretch>
          </p:blipFill>
          <p:spPr>
            <a:xfrm rot="5400000">
              <a:off x="10435886" y="2162084"/>
              <a:ext cx="1405617" cy="9590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2073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0941BF7-D6B6-A0AC-BB77-D9FE9FBF2E21}"/>
              </a:ext>
            </a:extLst>
          </p:cNvPr>
          <p:cNvGrpSpPr/>
          <p:nvPr/>
        </p:nvGrpSpPr>
        <p:grpSpPr>
          <a:xfrm>
            <a:off x="488577" y="423796"/>
            <a:ext cx="10919084" cy="5950110"/>
            <a:chOff x="488577" y="423796"/>
            <a:chExt cx="10919084" cy="595011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BAC7E91-0C4F-D7C7-93A8-AACAA19299AD}"/>
                </a:ext>
              </a:extLst>
            </p:cNvPr>
            <p:cNvGrpSpPr/>
            <p:nvPr/>
          </p:nvGrpSpPr>
          <p:grpSpPr>
            <a:xfrm>
              <a:off x="488577" y="423796"/>
              <a:ext cx="10919084" cy="5950110"/>
              <a:chOff x="488577" y="423796"/>
              <a:chExt cx="10919084" cy="595011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B4C0A937-97DF-0AB4-33C7-5658731BF9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88577" y="423796"/>
                <a:ext cx="10919084" cy="595011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1EE875CE-D04E-84CB-A1BE-041A8CCC8C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7702" r="4991"/>
              <a:stretch>
                <a:fillRect/>
              </a:stretch>
            </p:blipFill>
            <p:spPr>
              <a:xfrm>
                <a:off x="11027936" y="5909633"/>
                <a:ext cx="379725" cy="201235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652A1ABF-3032-30ED-AC02-B0A2F5F5F3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42779" y="4742542"/>
                <a:ext cx="1155700" cy="711200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5FE3E73-FDF9-4333-D369-33F77F17B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91632" y="4742542"/>
              <a:ext cx="1077208" cy="8820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9276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41816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MAURO RINCON</dc:creator>
  <cp:lastModifiedBy>MAURO RINCON</cp:lastModifiedBy>
  <cp:revision>25</cp:revision>
  <dcterms:created xsi:type="dcterms:W3CDTF">2026-05-11T18:56:05Z</dcterms:created>
  <dcterms:modified xsi:type="dcterms:W3CDTF">2026-06-24T11:23:04Z</dcterms:modified>
</cp:coreProperties>
</file>